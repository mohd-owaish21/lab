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86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6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003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8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550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10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72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01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62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85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36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2810D9B-1915-41F3-A1EE-50C80AE41DE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D23F56-A433-4F6D-A346-399674083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920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C56CB-E611-0A14-54B2-C2B84BB14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00" y="503133"/>
            <a:ext cx="11232000" cy="585173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88D0BC-77EF-7EDC-97FF-2642B1C1A045}"/>
              </a:ext>
            </a:extLst>
          </p:cNvPr>
          <p:cNvSpPr/>
          <p:nvPr/>
        </p:nvSpPr>
        <p:spPr>
          <a:xfrm>
            <a:off x="1998634" y="681336"/>
            <a:ext cx="311174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AMU</a:t>
            </a:r>
          </a:p>
          <a:p>
            <a:pPr algn="ctr"/>
            <a:r>
              <a:rPr lang="en-US" sz="5400" b="1" dirty="0">
                <a:ln/>
                <a:solidFill>
                  <a:schemeClr val="accent1">
                    <a:lumMod val="60000"/>
                    <a:lumOff val="40000"/>
                  </a:schemeClr>
                </a:solidFill>
              </a:rPr>
              <a:t>INSIDER</a:t>
            </a:r>
            <a:endParaRPr lang="en-US" sz="5400" b="1" cap="none" spc="0" dirty="0">
              <a:ln/>
              <a:solidFill>
                <a:schemeClr val="accent1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BA6C3-B9E8-2EE9-41E9-7575BA904FE8}"/>
              </a:ext>
            </a:extLst>
          </p:cNvPr>
          <p:cNvSpPr txBox="1"/>
          <p:nvPr/>
        </p:nvSpPr>
        <p:spPr>
          <a:xfrm>
            <a:off x="7039357" y="5893202"/>
            <a:ext cx="478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olonna MT" panose="04020805060202030203" pitchFamily="82" charset="0"/>
              </a:rPr>
              <a:t>LEARN | EXPLORE | EXPERIENCE</a:t>
            </a:r>
            <a:endParaRPr lang="en-IN" sz="2400" dirty="0">
              <a:solidFill>
                <a:schemeClr val="bg2">
                  <a:lumMod val="50000"/>
                </a:schemeClr>
              </a:solidFill>
              <a:latin typeface="Colonna MT" panose="04020805060202030203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10008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10</TotalTime>
  <Words>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Colonna MT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CSD</dc:creator>
  <cp:lastModifiedBy>CSD</cp:lastModifiedBy>
  <cp:revision>2</cp:revision>
  <dcterms:created xsi:type="dcterms:W3CDTF">2026-08-19T07:13:25Z</dcterms:created>
  <dcterms:modified xsi:type="dcterms:W3CDTF">2026-08-20T09:16:27Z</dcterms:modified>
</cp:coreProperties>
</file>