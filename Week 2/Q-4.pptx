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Incident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149901580815813E-2"/>
          <c:y val="0.12372081577137654"/>
          <c:w val="0.93488103176942128"/>
          <c:h val="0.75506846202422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Phishing</c:v>
                </c:pt>
                <c:pt idx="1">
                  <c:v>Weak Pass</c:v>
                </c:pt>
                <c:pt idx="2">
                  <c:v>Malware</c:v>
                </c:pt>
                <c:pt idx="3">
                  <c:v>Unsafe Wifi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33</c:v>
                </c:pt>
                <c:pt idx="2">
                  <c:v>24</c:v>
                </c:pt>
                <c:pt idx="3">
                  <c:v>13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F7-4815-BFBE-772C76FE8B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7197888"/>
        <c:axId val="397194608"/>
      </c:barChart>
      <c:catAx>
        <c:axId val="397197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7194608"/>
        <c:crosses val="autoZero"/>
        <c:auto val="1"/>
        <c:lblAlgn val="ctr"/>
        <c:lblOffset val="100"/>
        <c:noMultiLvlLbl val="0"/>
      </c:catAx>
      <c:valAx>
        <c:axId val="397194608"/>
        <c:scaling>
          <c:orientation val="minMax"/>
          <c:max val="4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7197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3DE881-6502-4A90-8686-41982094732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B30DB42-D52A-4178-91E2-D6956F918660}">
      <dgm:prSet phldrT="[Text]"/>
      <dgm:spPr/>
      <dgm:t>
        <a:bodyPr/>
        <a:lstStyle/>
        <a:p>
          <a:r>
            <a:rPr lang="en-US" dirty="0"/>
            <a:t>Physical Security</a:t>
          </a:r>
          <a:endParaRPr lang="en-IN" dirty="0"/>
        </a:p>
      </dgm:t>
    </dgm:pt>
    <dgm:pt modelId="{50840CD9-EC33-4C32-916E-EA2E51D7EF72}" type="parTrans" cxnId="{99FC581D-6442-4196-B7B0-F952A48D6D86}">
      <dgm:prSet/>
      <dgm:spPr/>
      <dgm:t>
        <a:bodyPr/>
        <a:lstStyle/>
        <a:p>
          <a:endParaRPr lang="en-IN"/>
        </a:p>
      </dgm:t>
    </dgm:pt>
    <dgm:pt modelId="{B45330EF-AFF0-43E8-A977-4AA0155C1895}" type="sibTrans" cxnId="{99FC581D-6442-4196-B7B0-F952A48D6D86}">
      <dgm:prSet/>
      <dgm:spPr/>
      <dgm:t>
        <a:bodyPr/>
        <a:lstStyle/>
        <a:p>
          <a:endParaRPr lang="en-IN"/>
        </a:p>
      </dgm:t>
    </dgm:pt>
    <dgm:pt modelId="{95D15C94-F0A3-4347-8925-E5FC9CBA52A3}">
      <dgm:prSet phldrT="[Text]"/>
      <dgm:spPr/>
      <dgm:t>
        <a:bodyPr/>
        <a:lstStyle/>
        <a:p>
          <a:r>
            <a:rPr lang="en-US" dirty="0"/>
            <a:t>Cyber Security</a:t>
          </a:r>
          <a:endParaRPr lang="en-IN" dirty="0"/>
        </a:p>
      </dgm:t>
    </dgm:pt>
    <dgm:pt modelId="{A9266230-3C11-4658-B829-074A80DF2F8E}" type="parTrans" cxnId="{141B2078-6756-4F76-944F-3F5BBA0CC86E}">
      <dgm:prSet/>
      <dgm:spPr/>
      <dgm:t>
        <a:bodyPr/>
        <a:lstStyle/>
        <a:p>
          <a:endParaRPr lang="en-IN"/>
        </a:p>
      </dgm:t>
    </dgm:pt>
    <dgm:pt modelId="{36DB9FC5-BD51-485B-B5A8-AF1998442AEC}" type="sibTrans" cxnId="{141B2078-6756-4F76-944F-3F5BBA0CC86E}">
      <dgm:prSet/>
      <dgm:spPr/>
      <dgm:t>
        <a:bodyPr/>
        <a:lstStyle/>
        <a:p>
          <a:endParaRPr lang="en-IN"/>
        </a:p>
      </dgm:t>
    </dgm:pt>
    <dgm:pt modelId="{1FF91BFD-B811-438E-AA32-58212154AFB7}">
      <dgm:prSet phldrT="[Text]"/>
      <dgm:spPr/>
      <dgm:t>
        <a:bodyPr/>
        <a:lstStyle/>
        <a:p>
          <a:r>
            <a:rPr lang="en-US" dirty="0"/>
            <a:t>Data Security</a:t>
          </a:r>
          <a:endParaRPr lang="en-IN" dirty="0"/>
        </a:p>
      </dgm:t>
    </dgm:pt>
    <dgm:pt modelId="{FB764FF6-9A53-42CE-8A0B-50B21DE15C40}" type="parTrans" cxnId="{FEA9374E-5AB8-412A-BCE9-829D17CC6E7B}">
      <dgm:prSet/>
      <dgm:spPr/>
      <dgm:t>
        <a:bodyPr/>
        <a:lstStyle/>
        <a:p>
          <a:endParaRPr lang="en-IN"/>
        </a:p>
      </dgm:t>
    </dgm:pt>
    <dgm:pt modelId="{EE57838F-E366-4632-8CBA-05574C30EC50}" type="sibTrans" cxnId="{FEA9374E-5AB8-412A-BCE9-829D17CC6E7B}">
      <dgm:prSet/>
      <dgm:spPr/>
      <dgm:t>
        <a:bodyPr/>
        <a:lstStyle/>
        <a:p>
          <a:endParaRPr lang="en-IN"/>
        </a:p>
      </dgm:t>
    </dgm:pt>
    <dgm:pt modelId="{A66FAE2B-CA55-457C-B3C5-3438EBBD389F}">
      <dgm:prSet phldrT="[Text]"/>
      <dgm:spPr/>
      <dgm:t>
        <a:bodyPr/>
        <a:lstStyle/>
        <a:p>
          <a:r>
            <a:rPr lang="en-US" dirty="0"/>
            <a:t>Online safety</a:t>
          </a:r>
          <a:endParaRPr lang="en-IN" dirty="0"/>
        </a:p>
      </dgm:t>
    </dgm:pt>
    <dgm:pt modelId="{67BD8188-1292-4EC7-BBA7-A36CE2EBBC02}" type="parTrans" cxnId="{C9AF32F3-3ABA-453D-B513-799BF5C95EAD}">
      <dgm:prSet/>
      <dgm:spPr/>
      <dgm:t>
        <a:bodyPr/>
        <a:lstStyle/>
        <a:p>
          <a:endParaRPr lang="en-IN"/>
        </a:p>
      </dgm:t>
    </dgm:pt>
    <dgm:pt modelId="{10F80C5A-4AEB-49F3-A5EE-AFF3CF247C15}" type="sibTrans" cxnId="{C9AF32F3-3ABA-453D-B513-799BF5C95EAD}">
      <dgm:prSet/>
      <dgm:spPr/>
      <dgm:t>
        <a:bodyPr/>
        <a:lstStyle/>
        <a:p>
          <a:endParaRPr lang="en-IN"/>
        </a:p>
      </dgm:t>
    </dgm:pt>
    <dgm:pt modelId="{15455A7F-2DAA-4BB9-A357-6A07E6712B1C}">
      <dgm:prSet/>
      <dgm:spPr/>
      <dgm:t>
        <a:bodyPr/>
        <a:lstStyle/>
        <a:p>
          <a:r>
            <a:rPr lang="en-US" dirty="0"/>
            <a:t>Protect people, buildings and valuable equipment.</a:t>
          </a:r>
          <a:endParaRPr lang="en-IN" dirty="0"/>
        </a:p>
      </dgm:t>
    </dgm:pt>
    <dgm:pt modelId="{444ACD05-A8A5-458F-A7F4-579409F76912}" type="parTrans" cxnId="{A2B2DC05-C41B-44AE-B2E5-936950EC41ED}">
      <dgm:prSet/>
      <dgm:spPr/>
      <dgm:t>
        <a:bodyPr/>
        <a:lstStyle/>
        <a:p>
          <a:endParaRPr lang="en-IN"/>
        </a:p>
      </dgm:t>
    </dgm:pt>
    <dgm:pt modelId="{51F0651C-C2D3-4D8E-99FA-0BE654A73E1A}" type="sibTrans" cxnId="{A2B2DC05-C41B-44AE-B2E5-936950EC41ED}">
      <dgm:prSet/>
      <dgm:spPr/>
      <dgm:t>
        <a:bodyPr/>
        <a:lstStyle/>
        <a:p>
          <a:endParaRPr lang="en-IN"/>
        </a:p>
      </dgm:t>
    </dgm:pt>
    <dgm:pt modelId="{91C5F02E-5C83-4770-B3EF-495627B6874D}">
      <dgm:prSet/>
      <dgm:spPr/>
      <dgm:t>
        <a:bodyPr/>
        <a:lstStyle/>
        <a:p>
          <a:r>
            <a:rPr lang="en-US" dirty="0"/>
            <a:t>Protect Computer, network, account and data.</a:t>
          </a:r>
          <a:endParaRPr lang="en-IN" dirty="0"/>
        </a:p>
      </dgm:t>
    </dgm:pt>
    <dgm:pt modelId="{93FFAA08-64BB-4682-B863-66511CC2076D}" type="parTrans" cxnId="{5CC54C1A-020D-4F30-86C4-DA6AFCE64CA7}">
      <dgm:prSet/>
      <dgm:spPr/>
      <dgm:t>
        <a:bodyPr/>
        <a:lstStyle/>
        <a:p>
          <a:endParaRPr lang="en-IN"/>
        </a:p>
      </dgm:t>
    </dgm:pt>
    <dgm:pt modelId="{217365AD-5B5E-40B6-B78D-B0C93B0C7C89}" type="sibTrans" cxnId="{5CC54C1A-020D-4F30-86C4-DA6AFCE64CA7}">
      <dgm:prSet/>
      <dgm:spPr/>
      <dgm:t>
        <a:bodyPr/>
        <a:lstStyle/>
        <a:p>
          <a:endParaRPr lang="en-IN"/>
        </a:p>
      </dgm:t>
    </dgm:pt>
    <dgm:pt modelId="{6B4BE55A-956D-407D-BBAF-6A5F738EFB36}">
      <dgm:prSet/>
      <dgm:spPr/>
      <dgm:t>
        <a:bodyPr/>
        <a:lstStyle/>
        <a:p>
          <a:r>
            <a:rPr lang="en-US" dirty="0"/>
            <a:t>Keep personal and confidential information protected.</a:t>
          </a:r>
          <a:endParaRPr lang="en-IN" dirty="0"/>
        </a:p>
      </dgm:t>
    </dgm:pt>
    <dgm:pt modelId="{D2069B17-A7C6-427B-BABA-5298085D3941}" type="parTrans" cxnId="{5A937D83-7E3A-4B08-AABA-4037E7B08A9A}">
      <dgm:prSet/>
      <dgm:spPr/>
      <dgm:t>
        <a:bodyPr/>
        <a:lstStyle/>
        <a:p>
          <a:endParaRPr lang="en-IN"/>
        </a:p>
      </dgm:t>
    </dgm:pt>
    <dgm:pt modelId="{0F20C7D1-E32E-4E4B-8E4C-B4BB8F77A8ED}" type="sibTrans" cxnId="{5A937D83-7E3A-4B08-AABA-4037E7B08A9A}">
      <dgm:prSet/>
      <dgm:spPr/>
      <dgm:t>
        <a:bodyPr/>
        <a:lstStyle/>
        <a:p>
          <a:endParaRPr lang="en-IN"/>
        </a:p>
      </dgm:t>
    </dgm:pt>
    <dgm:pt modelId="{077D9026-1212-4607-88B1-8A091E7DD2DC}">
      <dgm:prSet/>
      <dgm:spPr/>
      <dgm:t>
        <a:bodyPr/>
        <a:lstStyle/>
        <a:p>
          <a:r>
            <a:rPr lang="en-US" dirty="0"/>
            <a:t>Avoid scams, unsafe links and suspicious downloads.</a:t>
          </a:r>
          <a:endParaRPr lang="en-IN" dirty="0"/>
        </a:p>
      </dgm:t>
    </dgm:pt>
    <dgm:pt modelId="{28C2DD2E-865F-40E6-859A-77C4BAE9A62E}" type="parTrans" cxnId="{BF963F31-480A-4BB6-9017-F0B7DEAFB180}">
      <dgm:prSet/>
      <dgm:spPr/>
      <dgm:t>
        <a:bodyPr/>
        <a:lstStyle/>
        <a:p>
          <a:endParaRPr lang="en-IN"/>
        </a:p>
      </dgm:t>
    </dgm:pt>
    <dgm:pt modelId="{0AD75A32-8A94-4346-84BC-37F0047D3DBE}" type="sibTrans" cxnId="{BF963F31-480A-4BB6-9017-F0B7DEAFB180}">
      <dgm:prSet/>
      <dgm:spPr/>
      <dgm:t>
        <a:bodyPr/>
        <a:lstStyle/>
        <a:p>
          <a:endParaRPr lang="en-IN"/>
        </a:p>
      </dgm:t>
    </dgm:pt>
    <dgm:pt modelId="{83645E04-1AEC-41FD-AEA7-E08F2C00DE0F}" type="pres">
      <dgm:prSet presAssocID="{BC3DE881-6502-4A90-8686-419820947320}" presName="linear" presStyleCnt="0">
        <dgm:presLayoutVars>
          <dgm:dir/>
          <dgm:animLvl val="lvl"/>
          <dgm:resizeHandles val="exact"/>
        </dgm:presLayoutVars>
      </dgm:prSet>
      <dgm:spPr/>
    </dgm:pt>
    <dgm:pt modelId="{A33B316C-B5C5-4CD3-BE6A-F80A7DAF194D}" type="pres">
      <dgm:prSet presAssocID="{FB30DB42-D52A-4178-91E2-D6956F918660}" presName="parentLin" presStyleCnt="0"/>
      <dgm:spPr/>
    </dgm:pt>
    <dgm:pt modelId="{D1AC8357-F202-44B4-8679-171172A27DC6}" type="pres">
      <dgm:prSet presAssocID="{FB30DB42-D52A-4178-91E2-D6956F918660}" presName="parentLeftMargin" presStyleLbl="node1" presStyleIdx="0" presStyleCnt="4"/>
      <dgm:spPr/>
    </dgm:pt>
    <dgm:pt modelId="{D0BC99FD-A204-4245-B1BD-D1E7687E8475}" type="pres">
      <dgm:prSet presAssocID="{FB30DB42-D52A-4178-91E2-D6956F91866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65FEB8-483A-4492-94F7-99A0C0E3C299}" type="pres">
      <dgm:prSet presAssocID="{FB30DB42-D52A-4178-91E2-D6956F918660}" presName="negativeSpace" presStyleCnt="0"/>
      <dgm:spPr/>
    </dgm:pt>
    <dgm:pt modelId="{4DF97EA4-BA94-4D0A-9B61-76392B2D0B3D}" type="pres">
      <dgm:prSet presAssocID="{FB30DB42-D52A-4178-91E2-D6956F918660}" presName="childText" presStyleLbl="conFgAcc1" presStyleIdx="0" presStyleCnt="4">
        <dgm:presLayoutVars>
          <dgm:bulletEnabled val="1"/>
        </dgm:presLayoutVars>
      </dgm:prSet>
      <dgm:spPr/>
    </dgm:pt>
    <dgm:pt modelId="{009488F9-133C-4255-9042-8E806B100B93}" type="pres">
      <dgm:prSet presAssocID="{B45330EF-AFF0-43E8-A977-4AA0155C1895}" presName="spaceBetweenRectangles" presStyleCnt="0"/>
      <dgm:spPr/>
    </dgm:pt>
    <dgm:pt modelId="{328A46AB-EEA8-4A09-9F63-9F212B7AF0EC}" type="pres">
      <dgm:prSet presAssocID="{95D15C94-F0A3-4347-8925-E5FC9CBA52A3}" presName="parentLin" presStyleCnt="0"/>
      <dgm:spPr/>
    </dgm:pt>
    <dgm:pt modelId="{F6C5B0E7-5378-43AE-A98B-2A56C016F16A}" type="pres">
      <dgm:prSet presAssocID="{95D15C94-F0A3-4347-8925-E5FC9CBA52A3}" presName="parentLeftMargin" presStyleLbl="node1" presStyleIdx="0" presStyleCnt="4"/>
      <dgm:spPr/>
    </dgm:pt>
    <dgm:pt modelId="{5F2B0167-288B-432E-9DF8-BFEB3D2C4A9A}" type="pres">
      <dgm:prSet presAssocID="{95D15C94-F0A3-4347-8925-E5FC9CBA52A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7ED237-B9EA-4F55-A3E5-2FFA25194BF2}" type="pres">
      <dgm:prSet presAssocID="{95D15C94-F0A3-4347-8925-E5FC9CBA52A3}" presName="negativeSpace" presStyleCnt="0"/>
      <dgm:spPr/>
    </dgm:pt>
    <dgm:pt modelId="{C733A275-3350-4BDD-A610-8166EFC3A74C}" type="pres">
      <dgm:prSet presAssocID="{95D15C94-F0A3-4347-8925-E5FC9CBA52A3}" presName="childText" presStyleLbl="conFgAcc1" presStyleIdx="1" presStyleCnt="4">
        <dgm:presLayoutVars>
          <dgm:bulletEnabled val="1"/>
        </dgm:presLayoutVars>
      </dgm:prSet>
      <dgm:spPr/>
    </dgm:pt>
    <dgm:pt modelId="{B228597E-A97C-480F-B307-2448E7C59D2E}" type="pres">
      <dgm:prSet presAssocID="{36DB9FC5-BD51-485B-B5A8-AF1998442AEC}" presName="spaceBetweenRectangles" presStyleCnt="0"/>
      <dgm:spPr/>
    </dgm:pt>
    <dgm:pt modelId="{7CC426C9-8674-49AA-A89D-7C63FEB105B8}" type="pres">
      <dgm:prSet presAssocID="{1FF91BFD-B811-438E-AA32-58212154AFB7}" presName="parentLin" presStyleCnt="0"/>
      <dgm:spPr/>
    </dgm:pt>
    <dgm:pt modelId="{9DA53CCE-851C-43F4-AC18-BA01AF97FEAB}" type="pres">
      <dgm:prSet presAssocID="{1FF91BFD-B811-438E-AA32-58212154AFB7}" presName="parentLeftMargin" presStyleLbl="node1" presStyleIdx="1" presStyleCnt="4"/>
      <dgm:spPr/>
    </dgm:pt>
    <dgm:pt modelId="{C859CF18-F4E8-448F-AB83-F335AB6B8A03}" type="pres">
      <dgm:prSet presAssocID="{1FF91BFD-B811-438E-AA32-58212154AFB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C1D283-77F6-41E9-8E9C-87DF80FD4D34}" type="pres">
      <dgm:prSet presAssocID="{1FF91BFD-B811-438E-AA32-58212154AFB7}" presName="negativeSpace" presStyleCnt="0"/>
      <dgm:spPr/>
    </dgm:pt>
    <dgm:pt modelId="{AAAC428E-E030-478F-B9F4-B91104A8075A}" type="pres">
      <dgm:prSet presAssocID="{1FF91BFD-B811-438E-AA32-58212154AFB7}" presName="childText" presStyleLbl="conFgAcc1" presStyleIdx="2" presStyleCnt="4">
        <dgm:presLayoutVars>
          <dgm:bulletEnabled val="1"/>
        </dgm:presLayoutVars>
      </dgm:prSet>
      <dgm:spPr/>
    </dgm:pt>
    <dgm:pt modelId="{805594C4-B83C-4028-B1D3-5E1C9A395541}" type="pres">
      <dgm:prSet presAssocID="{EE57838F-E366-4632-8CBA-05574C30EC50}" presName="spaceBetweenRectangles" presStyleCnt="0"/>
      <dgm:spPr/>
    </dgm:pt>
    <dgm:pt modelId="{A0845B6E-1CBD-4DD0-8594-7C57E3D83E50}" type="pres">
      <dgm:prSet presAssocID="{A66FAE2B-CA55-457C-B3C5-3438EBBD389F}" presName="parentLin" presStyleCnt="0"/>
      <dgm:spPr/>
    </dgm:pt>
    <dgm:pt modelId="{DA92476B-1441-414F-A142-8D4FF5BD6EB4}" type="pres">
      <dgm:prSet presAssocID="{A66FAE2B-CA55-457C-B3C5-3438EBBD389F}" presName="parentLeftMargin" presStyleLbl="node1" presStyleIdx="2" presStyleCnt="4"/>
      <dgm:spPr/>
    </dgm:pt>
    <dgm:pt modelId="{454A3343-827D-41E4-8F2D-B3284032D8AD}" type="pres">
      <dgm:prSet presAssocID="{A66FAE2B-CA55-457C-B3C5-3438EBBD389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7CE1637-F958-4B4B-8A0D-4FD08597709B}" type="pres">
      <dgm:prSet presAssocID="{A66FAE2B-CA55-457C-B3C5-3438EBBD389F}" presName="negativeSpace" presStyleCnt="0"/>
      <dgm:spPr/>
    </dgm:pt>
    <dgm:pt modelId="{33E8672A-286A-4FD5-AC65-E3E61EF2766C}" type="pres">
      <dgm:prSet presAssocID="{A66FAE2B-CA55-457C-B3C5-3438EBBD389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2B2DC05-C41B-44AE-B2E5-936950EC41ED}" srcId="{FB30DB42-D52A-4178-91E2-D6956F918660}" destId="{15455A7F-2DAA-4BB9-A357-6A07E6712B1C}" srcOrd="0" destOrd="0" parTransId="{444ACD05-A8A5-458F-A7F4-579409F76912}" sibTransId="{51F0651C-C2D3-4D8E-99FA-0BE654A73E1A}"/>
    <dgm:cxn modelId="{5CC54C1A-020D-4F30-86C4-DA6AFCE64CA7}" srcId="{95D15C94-F0A3-4347-8925-E5FC9CBA52A3}" destId="{91C5F02E-5C83-4770-B3EF-495627B6874D}" srcOrd="0" destOrd="0" parTransId="{93FFAA08-64BB-4682-B863-66511CC2076D}" sibTransId="{217365AD-5B5E-40B6-B78D-B0C93B0C7C89}"/>
    <dgm:cxn modelId="{75D2CA1A-45DE-4328-9D40-6526A17BF748}" type="presOf" srcId="{95D15C94-F0A3-4347-8925-E5FC9CBA52A3}" destId="{5F2B0167-288B-432E-9DF8-BFEB3D2C4A9A}" srcOrd="1" destOrd="0" presId="urn:microsoft.com/office/officeart/2005/8/layout/list1"/>
    <dgm:cxn modelId="{99FC581D-6442-4196-B7B0-F952A48D6D86}" srcId="{BC3DE881-6502-4A90-8686-419820947320}" destId="{FB30DB42-D52A-4178-91E2-D6956F918660}" srcOrd="0" destOrd="0" parTransId="{50840CD9-EC33-4C32-916E-EA2E51D7EF72}" sibTransId="{B45330EF-AFF0-43E8-A977-4AA0155C1895}"/>
    <dgm:cxn modelId="{3023FE30-195C-447E-A94D-5E59919281B8}" type="presOf" srcId="{6B4BE55A-956D-407D-BBAF-6A5F738EFB36}" destId="{AAAC428E-E030-478F-B9F4-B91104A8075A}" srcOrd="0" destOrd="0" presId="urn:microsoft.com/office/officeart/2005/8/layout/list1"/>
    <dgm:cxn modelId="{BF963F31-480A-4BB6-9017-F0B7DEAFB180}" srcId="{A66FAE2B-CA55-457C-B3C5-3438EBBD389F}" destId="{077D9026-1212-4607-88B1-8A091E7DD2DC}" srcOrd="0" destOrd="0" parTransId="{28C2DD2E-865F-40E6-859A-77C4BAE9A62E}" sibTransId="{0AD75A32-8A94-4346-84BC-37F0047D3DBE}"/>
    <dgm:cxn modelId="{B2B7FD5B-66AB-4866-ABF4-0D6900FC400E}" type="presOf" srcId="{077D9026-1212-4607-88B1-8A091E7DD2DC}" destId="{33E8672A-286A-4FD5-AC65-E3E61EF2766C}" srcOrd="0" destOrd="0" presId="urn:microsoft.com/office/officeart/2005/8/layout/list1"/>
    <dgm:cxn modelId="{FEA9374E-5AB8-412A-BCE9-829D17CC6E7B}" srcId="{BC3DE881-6502-4A90-8686-419820947320}" destId="{1FF91BFD-B811-438E-AA32-58212154AFB7}" srcOrd="2" destOrd="0" parTransId="{FB764FF6-9A53-42CE-8A0B-50B21DE15C40}" sibTransId="{EE57838F-E366-4632-8CBA-05574C30EC50}"/>
    <dgm:cxn modelId="{141B2078-6756-4F76-944F-3F5BBA0CC86E}" srcId="{BC3DE881-6502-4A90-8686-419820947320}" destId="{95D15C94-F0A3-4347-8925-E5FC9CBA52A3}" srcOrd="1" destOrd="0" parTransId="{A9266230-3C11-4658-B829-074A80DF2F8E}" sibTransId="{36DB9FC5-BD51-485B-B5A8-AF1998442AEC}"/>
    <dgm:cxn modelId="{5A937D83-7E3A-4B08-AABA-4037E7B08A9A}" srcId="{1FF91BFD-B811-438E-AA32-58212154AFB7}" destId="{6B4BE55A-956D-407D-BBAF-6A5F738EFB36}" srcOrd="0" destOrd="0" parTransId="{D2069B17-A7C6-427B-BABA-5298085D3941}" sibTransId="{0F20C7D1-E32E-4E4B-8E4C-B4BB8F77A8ED}"/>
    <dgm:cxn modelId="{65D7BB88-0747-4120-B564-9D35B0FE2A04}" type="presOf" srcId="{A66FAE2B-CA55-457C-B3C5-3438EBBD389F}" destId="{DA92476B-1441-414F-A142-8D4FF5BD6EB4}" srcOrd="0" destOrd="0" presId="urn:microsoft.com/office/officeart/2005/8/layout/list1"/>
    <dgm:cxn modelId="{5C10BB8A-6522-42D0-8097-E532EC7AF603}" type="presOf" srcId="{95D15C94-F0A3-4347-8925-E5FC9CBA52A3}" destId="{F6C5B0E7-5378-43AE-A98B-2A56C016F16A}" srcOrd="0" destOrd="0" presId="urn:microsoft.com/office/officeart/2005/8/layout/list1"/>
    <dgm:cxn modelId="{3420F296-EBDF-415A-A667-A6292F336A04}" type="presOf" srcId="{FB30DB42-D52A-4178-91E2-D6956F918660}" destId="{D0BC99FD-A204-4245-B1BD-D1E7687E8475}" srcOrd="1" destOrd="0" presId="urn:microsoft.com/office/officeart/2005/8/layout/list1"/>
    <dgm:cxn modelId="{00DF8397-8EEF-479A-8E78-F6CBED076E2A}" type="presOf" srcId="{FB30DB42-D52A-4178-91E2-D6956F918660}" destId="{D1AC8357-F202-44B4-8679-171172A27DC6}" srcOrd="0" destOrd="0" presId="urn:microsoft.com/office/officeart/2005/8/layout/list1"/>
    <dgm:cxn modelId="{336B3ED1-D87E-4B28-BFAA-781195535936}" type="presOf" srcId="{A66FAE2B-CA55-457C-B3C5-3438EBBD389F}" destId="{454A3343-827D-41E4-8F2D-B3284032D8AD}" srcOrd="1" destOrd="0" presId="urn:microsoft.com/office/officeart/2005/8/layout/list1"/>
    <dgm:cxn modelId="{B1CBACD7-AF77-4C46-88C9-F3C292603596}" type="presOf" srcId="{BC3DE881-6502-4A90-8686-419820947320}" destId="{83645E04-1AEC-41FD-AEA7-E08F2C00DE0F}" srcOrd="0" destOrd="0" presId="urn:microsoft.com/office/officeart/2005/8/layout/list1"/>
    <dgm:cxn modelId="{6F9670DF-55B3-41CC-AF1F-64FE241E64FA}" type="presOf" srcId="{15455A7F-2DAA-4BB9-A357-6A07E6712B1C}" destId="{4DF97EA4-BA94-4D0A-9B61-76392B2D0B3D}" srcOrd="0" destOrd="0" presId="urn:microsoft.com/office/officeart/2005/8/layout/list1"/>
    <dgm:cxn modelId="{C9AF32F3-3ABA-453D-B513-799BF5C95EAD}" srcId="{BC3DE881-6502-4A90-8686-419820947320}" destId="{A66FAE2B-CA55-457C-B3C5-3438EBBD389F}" srcOrd="3" destOrd="0" parTransId="{67BD8188-1292-4EC7-BBA7-A36CE2EBBC02}" sibTransId="{10F80C5A-4AEB-49F3-A5EE-AFF3CF247C15}"/>
    <dgm:cxn modelId="{B0183EF5-1903-4259-9B61-0B36B0CDC623}" type="presOf" srcId="{1FF91BFD-B811-438E-AA32-58212154AFB7}" destId="{C859CF18-F4E8-448F-AB83-F335AB6B8A03}" srcOrd="1" destOrd="0" presId="urn:microsoft.com/office/officeart/2005/8/layout/list1"/>
    <dgm:cxn modelId="{B208ABFB-E573-4449-BF86-DE80C45021DA}" type="presOf" srcId="{91C5F02E-5C83-4770-B3EF-495627B6874D}" destId="{C733A275-3350-4BDD-A610-8166EFC3A74C}" srcOrd="0" destOrd="0" presId="urn:microsoft.com/office/officeart/2005/8/layout/list1"/>
    <dgm:cxn modelId="{CBB5B7FB-3E66-4585-8DD5-39A6CD9F22B9}" type="presOf" srcId="{1FF91BFD-B811-438E-AA32-58212154AFB7}" destId="{9DA53CCE-851C-43F4-AC18-BA01AF97FEAB}" srcOrd="0" destOrd="0" presId="urn:microsoft.com/office/officeart/2005/8/layout/list1"/>
    <dgm:cxn modelId="{674309DA-FB83-4FBA-95C7-11CFA9042F43}" type="presParOf" srcId="{83645E04-1AEC-41FD-AEA7-E08F2C00DE0F}" destId="{A33B316C-B5C5-4CD3-BE6A-F80A7DAF194D}" srcOrd="0" destOrd="0" presId="urn:microsoft.com/office/officeart/2005/8/layout/list1"/>
    <dgm:cxn modelId="{0FAAC784-A645-4801-B76C-FDB8A97D6F05}" type="presParOf" srcId="{A33B316C-B5C5-4CD3-BE6A-F80A7DAF194D}" destId="{D1AC8357-F202-44B4-8679-171172A27DC6}" srcOrd="0" destOrd="0" presId="urn:microsoft.com/office/officeart/2005/8/layout/list1"/>
    <dgm:cxn modelId="{8FCE1150-837F-4ADF-A2FE-D0095DF26646}" type="presParOf" srcId="{A33B316C-B5C5-4CD3-BE6A-F80A7DAF194D}" destId="{D0BC99FD-A204-4245-B1BD-D1E7687E8475}" srcOrd="1" destOrd="0" presId="urn:microsoft.com/office/officeart/2005/8/layout/list1"/>
    <dgm:cxn modelId="{C70B723E-0960-4171-A424-608173F57300}" type="presParOf" srcId="{83645E04-1AEC-41FD-AEA7-E08F2C00DE0F}" destId="{0F65FEB8-483A-4492-94F7-99A0C0E3C299}" srcOrd="1" destOrd="0" presId="urn:microsoft.com/office/officeart/2005/8/layout/list1"/>
    <dgm:cxn modelId="{7C0A3E6A-6169-43C1-B436-8C46B6F9B175}" type="presParOf" srcId="{83645E04-1AEC-41FD-AEA7-E08F2C00DE0F}" destId="{4DF97EA4-BA94-4D0A-9B61-76392B2D0B3D}" srcOrd="2" destOrd="0" presId="urn:microsoft.com/office/officeart/2005/8/layout/list1"/>
    <dgm:cxn modelId="{03048546-7868-4145-B155-7AF25C0CB7E4}" type="presParOf" srcId="{83645E04-1AEC-41FD-AEA7-E08F2C00DE0F}" destId="{009488F9-133C-4255-9042-8E806B100B93}" srcOrd="3" destOrd="0" presId="urn:microsoft.com/office/officeart/2005/8/layout/list1"/>
    <dgm:cxn modelId="{1B3131D6-E5B3-44C3-8A7F-678C5572698B}" type="presParOf" srcId="{83645E04-1AEC-41FD-AEA7-E08F2C00DE0F}" destId="{328A46AB-EEA8-4A09-9F63-9F212B7AF0EC}" srcOrd="4" destOrd="0" presId="urn:microsoft.com/office/officeart/2005/8/layout/list1"/>
    <dgm:cxn modelId="{59D03217-BB4C-4CB8-A1BA-72525FC0BA43}" type="presParOf" srcId="{328A46AB-EEA8-4A09-9F63-9F212B7AF0EC}" destId="{F6C5B0E7-5378-43AE-A98B-2A56C016F16A}" srcOrd="0" destOrd="0" presId="urn:microsoft.com/office/officeart/2005/8/layout/list1"/>
    <dgm:cxn modelId="{F5CA777A-C9E8-4928-B117-455799D7EE77}" type="presParOf" srcId="{328A46AB-EEA8-4A09-9F63-9F212B7AF0EC}" destId="{5F2B0167-288B-432E-9DF8-BFEB3D2C4A9A}" srcOrd="1" destOrd="0" presId="urn:microsoft.com/office/officeart/2005/8/layout/list1"/>
    <dgm:cxn modelId="{823CDEE2-5212-47DB-BBE6-F81D7C8B9184}" type="presParOf" srcId="{83645E04-1AEC-41FD-AEA7-E08F2C00DE0F}" destId="{A67ED237-B9EA-4F55-A3E5-2FFA25194BF2}" srcOrd="5" destOrd="0" presId="urn:microsoft.com/office/officeart/2005/8/layout/list1"/>
    <dgm:cxn modelId="{F1CD3409-8A53-4091-A575-1A298AC28322}" type="presParOf" srcId="{83645E04-1AEC-41FD-AEA7-E08F2C00DE0F}" destId="{C733A275-3350-4BDD-A610-8166EFC3A74C}" srcOrd="6" destOrd="0" presId="urn:microsoft.com/office/officeart/2005/8/layout/list1"/>
    <dgm:cxn modelId="{14974129-47A4-4938-9F6E-4183C1B6E400}" type="presParOf" srcId="{83645E04-1AEC-41FD-AEA7-E08F2C00DE0F}" destId="{B228597E-A97C-480F-B307-2448E7C59D2E}" srcOrd="7" destOrd="0" presId="urn:microsoft.com/office/officeart/2005/8/layout/list1"/>
    <dgm:cxn modelId="{8CFB68CF-4E5C-4E67-BC01-5A3E7049CB2D}" type="presParOf" srcId="{83645E04-1AEC-41FD-AEA7-E08F2C00DE0F}" destId="{7CC426C9-8674-49AA-A89D-7C63FEB105B8}" srcOrd="8" destOrd="0" presId="urn:microsoft.com/office/officeart/2005/8/layout/list1"/>
    <dgm:cxn modelId="{9AA884DE-E51A-4DF2-A317-4D7244674846}" type="presParOf" srcId="{7CC426C9-8674-49AA-A89D-7C63FEB105B8}" destId="{9DA53CCE-851C-43F4-AC18-BA01AF97FEAB}" srcOrd="0" destOrd="0" presId="urn:microsoft.com/office/officeart/2005/8/layout/list1"/>
    <dgm:cxn modelId="{DA6ED38E-9AFB-4737-823A-EB4CF0BB191A}" type="presParOf" srcId="{7CC426C9-8674-49AA-A89D-7C63FEB105B8}" destId="{C859CF18-F4E8-448F-AB83-F335AB6B8A03}" srcOrd="1" destOrd="0" presId="urn:microsoft.com/office/officeart/2005/8/layout/list1"/>
    <dgm:cxn modelId="{C1D93661-E13C-482B-B940-854CD54AA0A1}" type="presParOf" srcId="{83645E04-1AEC-41FD-AEA7-E08F2C00DE0F}" destId="{44C1D283-77F6-41E9-8E9C-87DF80FD4D34}" srcOrd="9" destOrd="0" presId="urn:microsoft.com/office/officeart/2005/8/layout/list1"/>
    <dgm:cxn modelId="{C681F091-E010-4668-AAD4-DCA5EA7D9B6F}" type="presParOf" srcId="{83645E04-1AEC-41FD-AEA7-E08F2C00DE0F}" destId="{AAAC428E-E030-478F-B9F4-B91104A8075A}" srcOrd="10" destOrd="0" presId="urn:microsoft.com/office/officeart/2005/8/layout/list1"/>
    <dgm:cxn modelId="{D9B6430B-BB5D-418B-A381-67808A91FDAF}" type="presParOf" srcId="{83645E04-1AEC-41FD-AEA7-E08F2C00DE0F}" destId="{805594C4-B83C-4028-B1D3-5E1C9A395541}" srcOrd="11" destOrd="0" presId="urn:microsoft.com/office/officeart/2005/8/layout/list1"/>
    <dgm:cxn modelId="{5E9407C2-E3D3-4020-B8D8-7FE11AECC26F}" type="presParOf" srcId="{83645E04-1AEC-41FD-AEA7-E08F2C00DE0F}" destId="{A0845B6E-1CBD-4DD0-8594-7C57E3D83E50}" srcOrd="12" destOrd="0" presId="urn:microsoft.com/office/officeart/2005/8/layout/list1"/>
    <dgm:cxn modelId="{064A6458-7841-440A-9F38-A504A0174F3E}" type="presParOf" srcId="{A0845B6E-1CBD-4DD0-8594-7C57E3D83E50}" destId="{DA92476B-1441-414F-A142-8D4FF5BD6EB4}" srcOrd="0" destOrd="0" presId="urn:microsoft.com/office/officeart/2005/8/layout/list1"/>
    <dgm:cxn modelId="{83BAF65C-FA90-4358-81AB-E0ED9DFCE428}" type="presParOf" srcId="{A0845B6E-1CBD-4DD0-8594-7C57E3D83E50}" destId="{454A3343-827D-41E4-8F2D-B3284032D8AD}" srcOrd="1" destOrd="0" presId="urn:microsoft.com/office/officeart/2005/8/layout/list1"/>
    <dgm:cxn modelId="{9EBC4166-03F9-44DA-88F6-3AC714A3A1FA}" type="presParOf" srcId="{83645E04-1AEC-41FD-AEA7-E08F2C00DE0F}" destId="{F7CE1637-F958-4B4B-8A0D-4FD08597709B}" srcOrd="13" destOrd="0" presId="urn:microsoft.com/office/officeart/2005/8/layout/list1"/>
    <dgm:cxn modelId="{FDCB5C38-8919-4CE1-8EB2-C245597E3927}" type="presParOf" srcId="{83645E04-1AEC-41FD-AEA7-E08F2C00DE0F}" destId="{33E8672A-286A-4FD5-AC65-E3E61EF2766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F97EA4-BA94-4D0A-9B61-76392B2D0B3D}">
      <dsp:nvSpPr>
        <dsp:cNvPr id="0" name=""/>
        <dsp:cNvSpPr/>
      </dsp:nvSpPr>
      <dsp:spPr>
        <a:xfrm>
          <a:off x="0" y="263906"/>
          <a:ext cx="5870036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5580" tIns="312420" rIns="4555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Protect people, buildings and valuable equipment.</a:t>
          </a:r>
          <a:endParaRPr lang="en-IN" sz="1500" kern="1200" dirty="0"/>
        </a:p>
      </dsp:txBody>
      <dsp:txXfrm>
        <a:off x="0" y="263906"/>
        <a:ext cx="5870036" cy="626062"/>
      </dsp:txXfrm>
    </dsp:sp>
    <dsp:sp modelId="{D0BC99FD-A204-4245-B1BD-D1E7687E8475}">
      <dsp:nvSpPr>
        <dsp:cNvPr id="0" name=""/>
        <dsp:cNvSpPr/>
      </dsp:nvSpPr>
      <dsp:spPr>
        <a:xfrm>
          <a:off x="293501" y="42506"/>
          <a:ext cx="410902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311" tIns="0" rIns="15531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Physical Security</a:t>
          </a:r>
          <a:endParaRPr lang="en-IN" sz="1500" kern="1200" dirty="0"/>
        </a:p>
      </dsp:txBody>
      <dsp:txXfrm>
        <a:off x="315117" y="64122"/>
        <a:ext cx="4065793" cy="399568"/>
      </dsp:txXfrm>
    </dsp:sp>
    <dsp:sp modelId="{C733A275-3350-4BDD-A610-8166EFC3A74C}">
      <dsp:nvSpPr>
        <dsp:cNvPr id="0" name=""/>
        <dsp:cNvSpPr/>
      </dsp:nvSpPr>
      <dsp:spPr>
        <a:xfrm>
          <a:off x="0" y="1192369"/>
          <a:ext cx="5870036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5580" tIns="312420" rIns="4555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Protect Computer, network, account and data.</a:t>
          </a:r>
          <a:endParaRPr lang="en-IN" sz="1500" kern="1200" dirty="0"/>
        </a:p>
      </dsp:txBody>
      <dsp:txXfrm>
        <a:off x="0" y="1192369"/>
        <a:ext cx="5870036" cy="626062"/>
      </dsp:txXfrm>
    </dsp:sp>
    <dsp:sp modelId="{5F2B0167-288B-432E-9DF8-BFEB3D2C4A9A}">
      <dsp:nvSpPr>
        <dsp:cNvPr id="0" name=""/>
        <dsp:cNvSpPr/>
      </dsp:nvSpPr>
      <dsp:spPr>
        <a:xfrm>
          <a:off x="293501" y="970969"/>
          <a:ext cx="410902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311" tIns="0" rIns="15531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Cyber Security</a:t>
          </a:r>
          <a:endParaRPr lang="en-IN" sz="1500" kern="1200" dirty="0"/>
        </a:p>
      </dsp:txBody>
      <dsp:txXfrm>
        <a:off x="315117" y="992585"/>
        <a:ext cx="4065793" cy="399568"/>
      </dsp:txXfrm>
    </dsp:sp>
    <dsp:sp modelId="{AAAC428E-E030-478F-B9F4-B91104A8075A}">
      <dsp:nvSpPr>
        <dsp:cNvPr id="0" name=""/>
        <dsp:cNvSpPr/>
      </dsp:nvSpPr>
      <dsp:spPr>
        <a:xfrm>
          <a:off x="0" y="2120831"/>
          <a:ext cx="5870036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5580" tIns="312420" rIns="4555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Keep personal and confidential information protected.</a:t>
          </a:r>
          <a:endParaRPr lang="en-IN" sz="1500" kern="1200" dirty="0"/>
        </a:p>
      </dsp:txBody>
      <dsp:txXfrm>
        <a:off x="0" y="2120831"/>
        <a:ext cx="5870036" cy="626062"/>
      </dsp:txXfrm>
    </dsp:sp>
    <dsp:sp modelId="{C859CF18-F4E8-448F-AB83-F335AB6B8A03}">
      <dsp:nvSpPr>
        <dsp:cNvPr id="0" name=""/>
        <dsp:cNvSpPr/>
      </dsp:nvSpPr>
      <dsp:spPr>
        <a:xfrm>
          <a:off x="293501" y="1899431"/>
          <a:ext cx="410902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311" tIns="0" rIns="15531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Security</a:t>
          </a:r>
          <a:endParaRPr lang="en-IN" sz="1500" kern="1200" dirty="0"/>
        </a:p>
      </dsp:txBody>
      <dsp:txXfrm>
        <a:off x="315117" y="1921047"/>
        <a:ext cx="4065793" cy="399568"/>
      </dsp:txXfrm>
    </dsp:sp>
    <dsp:sp modelId="{33E8672A-286A-4FD5-AC65-E3E61EF2766C}">
      <dsp:nvSpPr>
        <dsp:cNvPr id="0" name=""/>
        <dsp:cNvSpPr/>
      </dsp:nvSpPr>
      <dsp:spPr>
        <a:xfrm>
          <a:off x="0" y="3049294"/>
          <a:ext cx="5870036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5580" tIns="312420" rIns="4555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Avoid scams, unsafe links and suspicious downloads.</a:t>
          </a:r>
          <a:endParaRPr lang="en-IN" sz="1500" kern="1200" dirty="0"/>
        </a:p>
      </dsp:txBody>
      <dsp:txXfrm>
        <a:off x="0" y="3049294"/>
        <a:ext cx="5870036" cy="626062"/>
      </dsp:txXfrm>
    </dsp:sp>
    <dsp:sp modelId="{454A3343-827D-41E4-8F2D-B3284032D8AD}">
      <dsp:nvSpPr>
        <dsp:cNvPr id="0" name=""/>
        <dsp:cNvSpPr/>
      </dsp:nvSpPr>
      <dsp:spPr>
        <a:xfrm>
          <a:off x="293501" y="2827894"/>
          <a:ext cx="410902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311" tIns="0" rIns="15531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Online safety</a:t>
          </a:r>
          <a:endParaRPr lang="en-IN" sz="1500" kern="1200" dirty="0"/>
        </a:p>
      </dsp:txBody>
      <dsp:txXfrm>
        <a:off x="315117" y="2849510"/>
        <a:ext cx="4065793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27A41C-CAEA-EE1D-7055-C3B1D05130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Security Awareness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7C5DA-A9E7-4A60-C5FE-67B2E53D4F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515E4-766A-4093-9954-C20C8945F1C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9864A9-03DB-3003-9AD9-E7448846B2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PG Lab | Week 2 | Q-4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8AED9-6FF0-E008-CCB2-BF79900F25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DFF1E-1BD8-4558-96E5-CED0E9B06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22013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Security Awareness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84AB-54C8-4C57-ABC6-FEC0C795BEE2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PG Lab | Week 2 | Q-4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B9327-0D9F-423A-AD76-44A268F8C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970270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20-08-2026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PG Lab | Week 2 | Q-4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74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20-08-2026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PG Lab | Week 2 | Q-4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72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20-08-2026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PG Lab | Week 2 | Q-4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429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20-08-2026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PG Lab | Week 2 | Q-4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803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20-08-2026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PG Lab | Week 2 | Q-4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318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20-08-2026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PG Lab | Week 2 | Q-4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154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20-08-2026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PG Lab | Week 2 | Q-4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3508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20-08-2026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IN"/>
              <a:t>PG Lab | Week 2 | Q-4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4901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IN"/>
              <a:t>20-08-2026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IN"/>
              <a:t>PG Lab | Week 2 | Q-4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17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20-08-2026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PG Lab | Week 2 | Q-4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486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20-08-2026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PG Lab | Week 2 | Q-4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468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" name="whoosh.wav"/>
          </p:stSnd>
        </p:sndAc>
      </p:transition>
    </mc:Choice>
    <mc:Fallback>
      <p:transition spd="slow" advClick="0" advTm="2000">
        <p:fade/>
        <p:sndAc>
          <p:stSnd>
            <p:snd r:embed="rId1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IN"/>
              <a:t>20-08-2026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IN"/>
              <a:t>PG Lab | Week 2 | Q-4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990F705-0A00-4494-91DD-70F20159B5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88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13" name="whoosh.wav"/>
          </p:stSnd>
        </p:sndAc>
      </p:transition>
    </mc:Choice>
    <mc:Fallback>
      <p:transition spd="slow" advClick="0" advTm="2000">
        <p:fade/>
        <p:sndAc>
          <p:stSnd>
            <p:snd r:embed="rId13" name="whoosh.wav"/>
          </p:stSnd>
        </p:sndAc>
      </p:transition>
    </mc:Fallback>
  </mc:AlternateConten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6C1B-0433-E4E2-94AB-463B3995D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Security Awareness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DB8CB-7CC9-7804-47B3-6C63429E7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3568773"/>
            <a:ext cx="6801612" cy="1239894"/>
          </a:xfrm>
        </p:spPr>
        <p:txBody>
          <a:bodyPr/>
          <a:lstStyle/>
          <a:p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Protect, Prevent, Respond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D89D7-6C4B-1DD0-B060-11A1E2F9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200" b="1" dirty="0">
                <a:solidFill>
                  <a:schemeClr val="bg1">
                    <a:alpha val="70000"/>
                  </a:schemeClr>
                </a:solidFill>
              </a:rPr>
              <a:t>PG Lab | Week 2 | Q-4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101751F8-D369-DA38-A4F3-FA6B1EE93B2A}"/>
              </a:ext>
            </a:extLst>
          </p:cNvPr>
          <p:cNvSpPr txBox="1"/>
          <p:nvPr/>
        </p:nvSpPr>
        <p:spPr>
          <a:xfrm>
            <a:off x="609600" y="161608"/>
            <a:ext cx="19159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00" b="1">
                <a:solidFill>
                  <a:srgbClr val="1F3756"/>
                </a:solidFill>
              </a:defRPr>
            </a:pPr>
            <a:r>
              <a:rPr sz="1100" dirty="0">
                <a:solidFill>
                  <a:schemeClr val="bg1"/>
                </a:solidFill>
              </a:rPr>
              <a:t>SECURITY AWARENESS</a:t>
            </a:r>
          </a:p>
        </p:txBody>
      </p:sp>
    </p:spTree>
    <p:extLst>
      <p:ext uri="{BB962C8B-B14F-4D97-AF65-F5344CB8AC3E}">
        <p14:creationId xmlns:p14="http://schemas.microsoft.com/office/powerpoint/2010/main" val="2504644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2" name="whoosh.wav"/>
          </p:stSnd>
        </p:sndAc>
      </p:transition>
    </mc:Choice>
    <mc:Fallback>
      <p:transition spd="slow" advClick="0" advTm="2000">
        <p:fade/>
        <p:sndAc>
          <p:stSnd>
            <p:snd r:embed="rId2" name="whoosh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2">
                <a:lumMod val="60000"/>
                <a:lumOff val="40000"/>
              </a:schemeClr>
            </a:gs>
            <a:gs pos="83000">
              <a:schemeClr val="accent2">
                <a:lumMod val="60000"/>
                <a:lumOff val="4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D7BDA-E5E3-2155-BEBD-B56B20CC3E12}"/>
              </a:ext>
            </a:extLst>
          </p:cNvPr>
          <p:cNvSpPr txBox="1"/>
          <p:nvPr/>
        </p:nvSpPr>
        <p:spPr>
          <a:xfrm>
            <a:off x="860611" y="537882"/>
            <a:ext cx="3234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Types of Security</a:t>
            </a:r>
            <a:endParaRPr lang="en-IN" sz="2800" u="sng" dirty="0">
              <a:solidFill>
                <a:schemeClr val="bg1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F9AB03-5DA1-7B12-0DE0-C1D31D3A37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71" b="13215"/>
          <a:stretch/>
        </p:blipFill>
        <p:spPr>
          <a:xfrm>
            <a:off x="7321671" y="1337374"/>
            <a:ext cx="3841880" cy="4183251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F2ACA30-7F4C-56FB-C4DA-D42F1EECA2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977386"/>
              </p:ext>
            </p:extLst>
          </p:nvPr>
        </p:nvGraphicFramePr>
        <p:xfrm>
          <a:off x="853493" y="1499595"/>
          <a:ext cx="5870036" cy="3717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57F11B-53B6-E942-C427-B743DAD8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200" b="1" dirty="0">
                <a:solidFill>
                  <a:schemeClr val="bg1">
                    <a:alpha val="70000"/>
                  </a:schemeClr>
                </a:solidFill>
              </a:rPr>
              <a:t>PG Lab | Week 2 | Q-4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73FA583B-CA24-1B56-48E4-5BA89EFAE69F}"/>
              </a:ext>
            </a:extLst>
          </p:cNvPr>
          <p:cNvSpPr txBox="1"/>
          <p:nvPr/>
        </p:nvSpPr>
        <p:spPr>
          <a:xfrm>
            <a:off x="609600" y="161608"/>
            <a:ext cx="19159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00" b="1">
                <a:solidFill>
                  <a:srgbClr val="1F3756"/>
                </a:solidFill>
              </a:defRPr>
            </a:pPr>
            <a:r>
              <a:rPr sz="1100" dirty="0">
                <a:solidFill>
                  <a:schemeClr val="bg1"/>
                </a:solidFill>
              </a:rPr>
              <a:t>SECURITY AWARENESS</a:t>
            </a:r>
          </a:p>
        </p:txBody>
      </p:sp>
    </p:spTree>
    <p:extLst>
      <p:ext uri="{BB962C8B-B14F-4D97-AF65-F5344CB8AC3E}">
        <p14:creationId xmlns:p14="http://schemas.microsoft.com/office/powerpoint/2010/main" val="19547446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2" name="whoosh.wav"/>
          </p:stSnd>
        </p:sndAc>
      </p:transition>
    </mc:Choice>
    <mc:Fallback>
      <p:transition spd="slow" advClick="0" advTm="2000">
        <p:fade/>
        <p:sndAc>
          <p:stSnd>
            <p:snd r:embed="rId2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2">
                <a:lumMod val="60000"/>
                <a:lumOff val="40000"/>
              </a:schemeClr>
            </a:gs>
            <a:gs pos="83000">
              <a:schemeClr val="accent2">
                <a:lumMod val="60000"/>
                <a:lumOff val="4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002B89-AA29-E2AF-CED7-7FCF48750962}"/>
              </a:ext>
            </a:extLst>
          </p:cNvPr>
          <p:cNvSpPr txBox="1"/>
          <p:nvPr/>
        </p:nvSpPr>
        <p:spPr>
          <a:xfrm>
            <a:off x="860611" y="537882"/>
            <a:ext cx="4791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Common Security Incident</a:t>
            </a:r>
            <a:endParaRPr lang="en-IN" sz="2800" u="sng" dirty="0">
              <a:solidFill>
                <a:schemeClr val="bg1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24F5443-515C-824D-6B65-26A8CF6953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8215202"/>
              </p:ext>
            </p:extLst>
          </p:nvPr>
        </p:nvGraphicFramePr>
        <p:xfrm>
          <a:off x="969682" y="1338232"/>
          <a:ext cx="7824694" cy="4981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14286-D32F-35BC-7E30-8CD07212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200" b="1" dirty="0">
                <a:solidFill>
                  <a:schemeClr val="bg1">
                    <a:alpha val="70000"/>
                  </a:schemeClr>
                </a:solidFill>
              </a:rPr>
              <a:t>PG Lab | Week 2 | Q-4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6349B401-B95D-104F-3FCE-DA8B5DD25A2B}"/>
              </a:ext>
            </a:extLst>
          </p:cNvPr>
          <p:cNvSpPr txBox="1"/>
          <p:nvPr/>
        </p:nvSpPr>
        <p:spPr>
          <a:xfrm>
            <a:off x="609600" y="161608"/>
            <a:ext cx="19159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00" b="1">
                <a:solidFill>
                  <a:srgbClr val="1F3756"/>
                </a:solidFill>
              </a:defRPr>
            </a:pPr>
            <a:r>
              <a:rPr sz="1100" dirty="0">
                <a:solidFill>
                  <a:schemeClr val="bg1"/>
                </a:solidFill>
              </a:rPr>
              <a:t>SECURITY AWARENESS</a:t>
            </a:r>
          </a:p>
        </p:txBody>
      </p:sp>
    </p:spTree>
    <p:extLst>
      <p:ext uri="{BB962C8B-B14F-4D97-AF65-F5344CB8AC3E}">
        <p14:creationId xmlns:p14="http://schemas.microsoft.com/office/powerpoint/2010/main" val="40785501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2" name="whoosh.wav"/>
          </p:stSnd>
        </p:sndAc>
      </p:transition>
    </mc:Choice>
    <mc:Fallback>
      <p:transition spd="slow" advClick="0" advTm="2000">
        <p:fade/>
        <p:sndAc>
          <p:stSnd>
            <p:snd r:embed="rId2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2">
                <a:lumMod val="60000"/>
                <a:lumOff val="40000"/>
              </a:schemeClr>
            </a:gs>
            <a:gs pos="83000">
              <a:schemeClr val="accent2">
                <a:lumMod val="60000"/>
                <a:lumOff val="4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EA4012-C48B-F2DA-8C8C-891D233A4AF8}"/>
              </a:ext>
            </a:extLst>
          </p:cNvPr>
          <p:cNvSpPr txBox="1"/>
          <p:nvPr/>
        </p:nvSpPr>
        <p:spPr>
          <a:xfrm>
            <a:off x="860611" y="537882"/>
            <a:ext cx="3339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Security Checklist</a:t>
            </a:r>
            <a:endParaRPr lang="en-IN" sz="2800" u="sng" dirty="0">
              <a:solidFill>
                <a:schemeClr val="bg1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B55D16CC-2424-EC00-BB93-01C46940B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141165"/>
              </p:ext>
            </p:extLst>
          </p:nvPr>
        </p:nvGraphicFramePr>
        <p:xfrm>
          <a:off x="860611" y="1445806"/>
          <a:ext cx="10730756" cy="3906125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2682689">
                  <a:extLst>
                    <a:ext uri="{9D8B030D-6E8A-4147-A177-3AD203B41FA5}">
                      <a16:colId xmlns:a16="http://schemas.microsoft.com/office/drawing/2014/main" val="2798088600"/>
                    </a:ext>
                  </a:extLst>
                </a:gridCol>
                <a:gridCol w="2682689">
                  <a:extLst>
                    <a:ext uri="{9D8B030D-6E8A-4147-A177-3AD203B41FA5}">
                      <a16:colId xmlns:a16="http://schemas.microsoft.com/office/drawing/2014/main" val="3013919967"/>
                    </a:ext>
                  </a:extLst>
                </a:gridCol>
                <a:gridCol w="2682689">
                  <a:extLst>
                    <a:ext uri="{9D8B030D-6E8A-4147-A177-3AD203B41FA5}">
                      <a16:colId xmlns:a16="http://schemas.microsoft.com/office/drawing/2014/main" val="1932738472"/>
                    </a:ext>
                  </a:extLst>
                </a:gridCol>
                <a:gridCol w="2682689">
                  <a:extLst>
                    <a:ext uri="{9D8B030D-6E8A-4147-A177-3AD203B41FA5}">
                      <a16:colId xmlns:a16="http://schemas.microsoft.com/office/drawing/2014/main" val="4252897615"/>
                    </a:ext>
                  </a:extLst>
                </a:gridCol>
              </a:tblGrid>
              <a:tr h="78122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Security Action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to Do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Why It Helps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Frequency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883797"/>
                  </a:ext>
                </a:extLst>
              </a:tr>
              <a:tr h="781225"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unique, strong password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account compromise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36793"/>
                  </a:ext>
                </a:extLst>
              </a:tr>
              <a:tr h="781225">
                <a:tc>
                  <a:txBody>
                    <a:bodyPr/>
                    <a:lstStyle/>
                    <a:p>
                      <a:r>
                        <a:rPr lang="en-US" dirty="0"/>
                        <a:t>2-Factor Authentication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 2-Factor Authentication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Adds another verification layer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 account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167203"/>
                  </a:ext>
                </a:extLst>
              </a:tr>
              <a:tr h="781225">
                <a:tc>
                  <a:txBody>
                    <a:bodyPr/>
                    <a:lstStyle/>
                    <a:p>
                      <a:r>
                        <a:rPr lang="en-US" dirty="0"/>
                        <a:t>Update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Install Security Updates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Fixes vulnerabilities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Promptly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192872"/>
                  </a:ext>
                </a:extLst>
              </a:tr>
              <a:tr h="781225">
                <a:tc>
                  <a:txBody>
                    <a:bodyPr/>
                    <a:lstStyle/>
                    <a:p>
                      <a:r>
                        <a:rPr lang="en-US" dirty="0"/>
                        <a:t>Backups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Keep important file backed up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Helps recover from data loss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Weekly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88902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F276A-1DB3-9742-21A8-EFD2E0B7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200" b="1" dirty="0">
                <a:solidFill>
                  <a:schemeClr val="bg1">
                    <a:alpha val="70000"/>
                  </a:schemeClr>
                </a:solidFill>
              </a:rPr>
              <a:t>PG Lab | Week 2 | Q-4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FFCF9D86-CF88-D372-8A7E-AC3A444C7AA1}"/>
              </a:ext>
            </a:extLst>
          </p:cNvPr>
          <p:cNvSpPr txBox="1"/>
          <p:nvPr/>
        </p:nvSpPr>
        <p:spPr>
          <a:xfrm>
            <a:off x="609600" y="161608"/>
            <a:ext cx="19159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00" b="1">
                <a:solidFill>
                  <a:srgbClr val="1F3756"/>
                </a:solidFill>
              </a:defRPr>
            </a:pPr>
            <a:r>
              <a:rPr sz="1100" dirty="0">
                <a:solidFill>
                  <a:schemeClr val="bg1"/>
                </a:solidFill>
              </a:rPr>
              <a:t>SECURITY AWARENESS</a:t>
            </a:r>
          </a:p>
        </p:txBody>
      </p:sp>
    </p:spTree>
    <p:extLst>
      <p:ext uri="{BB962C8B-B14F-4D97-AF65-F5344CB8AC3E}">
        <p14:creationId xmlns:p14="http://schemas.microsoft.com/office/powerpoint/2010/main" val="3822490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2" name="whoosh.wav"/>
          </p:stSnd>
        </p:sndAc>
      </p:transition>
    </mc:Choice>
    <mc:Fallback>
      <p:transition spd="slow" advClick="0" advTm="2000">
        <p:fade/>
        <p:sndAc>
          <p:stSnd>
            <p:snd r:embed="rId2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60000"/>
                <a:lumOff val="40000"/>
              </a:schemeClr>
            </a:gs>
            <a:gs pos="74000">
              <a:schemeClr val="accent2">
                <a:lumMod val="60000"/>
                <a:lumOff val="40000"/>
              </a:schemeClr>
            </a:gs>
            <a:gs pos="83000">
              <a:schemeClr val="accent2">
                <a:lumMod val="60000"/>
                <a:lumOff val="4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4A6111-0510-9D30-6712-169F9B82F445}"/>
              </a:ext>
            </a:extLst>
          </p:cNvPr>
          <p:cNvSpPr txBox="1"/>
          <p:nvPr/>
        </p:nvSpPr>
        <p:spPr>
          <a:xfrm>
            <a:off x="860611" y="537882"/>
            <a:ext cx="2285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solidFill>
                  <a:schemeClr val="bg1"/>
                </a:solidFill>
                <a:latin typeface="Arial Rounded MT Bold" panose="020F0704030504030204" pitchFamily="34" charset="0"/>
                <a:cs typeface="Times New Roman" panose="02020603050405020304" pitchFamily="18" charset="0"/>
              </a:rPr>
              <a:t>Stay Secure</a:t>
            </a:r>
            <a:endParaRPr lang="en-IN" sz="2800" u="sng" dirty="0">
              <a:solidFill>
                <a:schemeClr val="bg1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63D8D1-DF32-5930-EACB-7C0AC60A79CF}"/>
              </a:ext>
            </a:extLst>
          </p:cNvPr>
          <p:cNvSpPr/>
          <p:nvPr/>
        </p:nvSpPr>
        <p:spPr>
          <a:xfrm>
            <a:off x="860611" y="1411941"/>
            <a:ext cx="4343401" cy="345589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 strong, unique password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Turn on 2-Factor Authentication.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Keep software updated.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Backup important data.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Report suspicious activities.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95142-A7F2-37B1-4CEF-231F0A199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200" b="1" dirty="0">
                <a:solidFill>
                  <a:schemeClr val="bg1">
                    <a:alpha val="70000"/>
                  </a:schemeClr>
                </a:solidFill>
              </a:rPr>
              <a:t>PG Lab | Week 2 | Q-4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1540251-9C1C-9813-D991-900FD55BD710}"/>
              </a:ext>
            </a:extLst>
          </p:cNvPr>
          <p:cNvSpPr txBox="1"/>
          <p:nvPr/>
        </p:nvSpPr>
        <p:spPr>
          <a:xfrm>
            <a:off x="609600" y="161608"/>
            <a:ext cx="19159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00" b="1">
                <a:solidFill>
                  <a:srgbClr val="1F3756"/>
                </a:solidFill>
              </a:defRPr>
            </a:pPr>
            <a:r>
              <a:rPr sz="1100" dirty="0">
                <a:solidFill>
                  <a:schemeClr val="bg1"/>
                </a:solidFill>
              </a:rPr>
              <a:t>SECURITY AWARENESS</a:t>
            </a:r>
          </a:p>
        </p:txBody>
      </p:sp>
    </p:spTree>
    <p:extLst>
      <p:ext uri="{BB962C8B-B14F-4D97-AF65-F5344CB8AC3E}">
        <p14:creationId xmlns:p14="http://schemas.microsoft.com/office/powerpoint/2010/main" val="1565655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0">
        <p159:morph option="byObject"/>
        <p:sndAc>
          <p:stSnd>
            <p:snd r:embed="rId2" name="whoosh.wav"/>
          </p:stSnd>
        </p:sndAc>
      </p:transition>
    </mc:Choice>
    <mc:Fallback>
      <p:transition spd="slow" advClick="0" advTm="2000">
        <p:fade/>
        <p:sndAc>
          <p:stSnd>
            <p:snd r:embed="rId2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55</TotalTime>
  <Words>176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Rounded MT Bold</vt:lpstr>
      <vt:lpstr>Calibri</vt:lpstr>
      <vt:lpstr>Gill Sans MT</vt:lpstr>
      <vt:lpstr>Parcel</vt:lpstr>
      <vt:lpstr>Security Awareness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Awareness</dc:title>
  <dc:creator>Mohd Owaish</dc:creator>
  <cp:lastModifiedBy>CSD</cp:lastModifiedBy>
  <cp:revision>12</cp:revision>
  <dcterms:created xsi:type="dcterms:W3CDTF">2026-08-19T19:25:42Z</dcterms:created>
  <dcterms:modified xsi:type="dcterms:W3CDTF">2026-08-20T10:29:26Z</dcterms:modified>
</cp:coreProperties>
</file>