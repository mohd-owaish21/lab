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775E2-F6A5-FD3C-5232-49A3D3F49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8C539-FF90-2669-F401-F4BF7778E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2CC66-C782-61CE-4486-18D8F4D5A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495-1D2F-4D0B-98F6-A1ED60980F1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10774-D09B-084D-FE68-25EACCA7D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E8FA5-CEB1-9B2E-BBD3-B8222A3C9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D8A8-70B2-433D-B2F1-7141461CA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909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B340-8DA0-C6B7-C323-A53ECE19C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37476-D9A1-312D-42E0-E046D0F04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59A94-B578-079B-B101-6EA3F482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495-1D2F-4D0B-98F6-A1ED60980F1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18306-35B9-71AA-06BC-81E493D5E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C09C6-3986-2890-37C8-15C26AE30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D8A8-70B2-433D-B2F1-7141461CA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043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2651A-5149-45E4-52CB-954DBE41F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60CB7-B99D-EE8E-8FDB-5FD143E32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86973-ED0F-4B3A-B9F5-CA77CE89A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495-1D2F-4D0B-98F6-A1ED60980F1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3CF2-34E7-2BFB-9309-E2F6AB3AD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C4F7C-64A5-2E07-E39F-033D115C7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D8A8-70B2-433D-B2F1-7141461CA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474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7912C-8C36-F472-D2B5-0A6A98E56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3EDA3-A9AF-A5F9-02FA-3C8135207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2E688-FDFA-979B-3134-D803C6AED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E42D4-4174-A949-07D2-96FDA97C5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495-1D2F-4D0B-98F6-A1ED60980F1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89D12-56B9-D55B-7B00-E1A4C245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14494-46C9-4728-079A-07F7F4FF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D8A8-70B2-433D-B2F1-7141461CA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32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02EF6-24FA-84E3-F89F-6C279C5ED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77156-6547-CB1D-5C85-F45A529A0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5CFA1-83F3-2346-1B45-04A4457C6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1EC78A-6174-4472-88D6-A6FE37C20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F51C9-92CD-1EAB-EF02-C1A684346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5216F5-BEDB-3FED-2916-0929E8225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495-1D2F-4D0B-98F6-A1ED60980F1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625DEF-21CD-130E-652B-26B6FA9D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0C050D-7E45-FEAB-DAC7-E9D0B289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D8A8-70B2-433D-B2F1-7141461CA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612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DE05E-F634-08D4-C8C8-BF4C415B7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FF1E5-3B29-696C-D0FA-096BA4A59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495-1D2F-4D0B-98F6-A1ED60980F1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26D4A-134E-B0DF-02C4-B301AFBA5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5D7BC-2954-5D8B-AB01-6974CB5EA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D8A8-70B2-433D-B2F1-7141461CA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60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D6F90-6E4A-0F9E-1689-465BCCBD9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495-1D2F-4D0B-98F6-A1ED60980F1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E98AF-4908-33CC-6FF0-DD02A510D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29EBF-E5C4-6683-7460-31BF39B2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D8A8-70B2-433D-B2F1-7141461CA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562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A4114-1549-A2C3-AEE6-6919EFC73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F87F8-2A50-5DD7-69BA-A64E278A5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F8C66-CB72-F0C8-554E-632D4BDB0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AC32C-C3E5-8122-C9EC-71268A3AB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495-1D2F-4D0B-98F6-A1ED60980F1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95BE7-B45E-8D92-143A-EA19C103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87B9A-0738-FDEC-94A4-1F0D0454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D8A8-70B2-433D-B2F1-7141461CA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690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58207-11E6-67DD-A62A-3BA919E3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8B113-A098-7C67-4644-05D7F0F63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A2199-D398-AB9F-E07F-D5D3CE980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F0395-DB18-AB65-EC95-0DB7DE34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495-1D2F-4D0B-98F6-A1ED60980F1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B4535-C75D-D1A9-4E86-7C54FADE7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A0A09-785A-8BF7-D9BF-9D1D930B3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D8A8-70B2-433D-B2F1-7141461CA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955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11432-2F3A-FB1C-6EB9-BC4E6683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486F7C-9A46-6548-F880-F8227804D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068F8-B8D1-7D7D-B1A6-E7C9B5DDE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495-1D2F-4D0B-98F6-A1ED60980F1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2AAC0-1F99-FEF5-1067-BB499C94A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57AFD-19EE-8E03-19DC-96251B797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D8A8-70B2-433D-B2F1-7141461CA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7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B5B6BD-B709-6038-A20D-6384C4653D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2C9B3-46D0-4C28-633A-070F78C5E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B88CF-84B6-D3A6-AE00-9C500B9F7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8495-1D2F-4D0B-98F6-A1ED60980F1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BC8B6-D602-89CD-508A-4EABC9486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70393-F672-140B-FECF-EF071BED8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7D8A8-70B2-433D-B2F1-7141461CA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602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984B15-E903-4214-971D-FB0311224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FA4A2-EA70-BE82-4CDA-C2DA03697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30F4D-B503-3DF6-7C2E-92585EB57F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C8495-1D2F-4D0B-98F6-A1ED60980F1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2D034-4F30-4453-7D91-8524CC03E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DC10E-514F-A18D-06DB-051477DE5B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7D8A8-70B2-433D-B2F1-7141461CA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83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4nitsirk/5186819370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svgsilh.com/009688/image/1618916.html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FCD75A-B7A5-F49D-698D-B520D48DB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E7B3AA-DCE1-F5BE-8C3F-D4D71EF763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035281" y="95443"/>
            <a:ext cx="4876800" cy="48196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AA94A7-CD6E-A925-3CC7-DF5AA9E55955}"/>
              </a:ext>
            </a:extLst>
          </p:cNvPr>
          <p:cNvSpPr txBox="1"/>
          <p:nvPr/>
        </p:nvSpPr>
        <p:spPr>
          <a:xfrm>
            <a:off x="8537508" y="905069"/>
            <a:ext cx="201850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IT Fest</a:t>
            </a:r>
          </a:p>
          <a:p>
            <a:r>
              <a:rPr lang="en-IN" sz="4000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At AMU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32BA5-F0E3-4C0D-73F1-3D3E37C48D1A}"/>
              </a:ext>
            </a:extLst>
          </p:cNvPr>
          <p:cNvSpPr txBox="1"/>
          <p:nvPr/>
        </p:nvSpPr>
        <p:spPr>
          <a:xfrm>
            <a:off x="7920352" y="1933821"/>
            <a:ext cx="325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_____________________________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CC01A2-A10A-9527-FC97-4B292CC8D3F3}"/>
              </a:ext>
            </a:extLst>
          </p:cNvPr>
          <p:cNvSpPr txBox="1"/>
          <p:nvPr/>
        </p:nvSpPr>
        <p:spPr>
          <a:xfrm>
            <a:off x="7919014" y="2228508"/>
            <a:ext cx="19864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26 Aug</a:t>
            </a:r>
          </a:p>
          <a:p>
            <a:r>
              <a:rPr lang="en-IN" sz="4000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4:15 pm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123AD2-E23D-57FA-0DD8-3922627755FE}"/>
              </a:ext>
            </a:extLst>
          </p:cNvPr>
          <p:cNvSpPr txBox="1"/>
          <p:nvPr/>
        </p:nvSpPr>
        <p:spPr>
          <a:xfrm>
            <a:off x="8537508" y="3429000"/>
            <a:ext cx="23924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All Computer Science </a:t>
            </a:r>
          </a:p>
          <a:p>
            <a:r>
              <a:rPr lang="en-IN" dirty="0">
                <a:solidFill>
                  <a:schemeClr val="bg2"/>
                </a:solidFill>
              </a:rPr>
              <a:t>student are invited </a:t>
            </a:r>
          </a:p>
          <a:p>
            <a:r>
              <a:rPr lang="en-IN" dirty="0">
                <a:solidFill>
                  <a:schemeClr val="bg2"/>
                </a:solidFill>
              </a:rPr>
              <a:t>to join the event.</a:t>
            </a:r>
          </a:p>
        </p:txBody>
      </p:sp>
    </p:spTree>
    <p:extLst>
      <p:ext uri="{BB962C8B-B14F-4D97-AF65-F5344CB8AC3E}">
        <p14:creationId xmlns:p14="http://schemas.microsoft.com/office/powerpoint/2010/main" val="22018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Bradley Hand ITC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Mohd Owaish</dc:creator>
  <cp:lastModifiedBy>CSD</cp:lastModifiedBy>
  <cp:revision>1</cp:revision>
  <dcterms:created xsi:type="dcterms:W3CDTF">2026-08-19T19:16:48Z</dcterms:created>
  <dcterms:modified xsi:type="dcterms:W3CDTF">2026-08-20T09:25:41Z</dcterms:modified>
</cp:coreProperties>
</file>