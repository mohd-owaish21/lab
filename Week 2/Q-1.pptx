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06DCD-B5B3-A133-4BB8-83D5DBB7E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7A0C4-4439-4E30-8AC5-A7A68A6A2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38EA2-D487-503A-D1D0-923B39355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F042-5B95-4B30-B18C-7C9D1C5ABD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140EF-2E9C-C38A-A124-C306EAF6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8FBC0-EC4F-09B0-DC8E-03B8D87AA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B314C-3CA6-4C08-9388-CC6EA188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17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ACD8-83D0-6CB5-9928-486DB2242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56B5D-0790-4F7E-941E-C90630482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0479-4C86-615A-E56E-C0FBC9DBC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F042-5B95-4B30-B18C-7C9D1C5ABD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6FBE8-D866-17C9-2505-017064EF6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19E64-7F8F-11A8-9E84-9A7245066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B314C-3CA6-4C08-9388-CC6EA188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067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3A875-1DF4-A309-A2C4-7FACEB29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B78D6-793B-16E5-8F1A-4F5C89C22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F462D-94D9-314A-CE6F-974B8547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F042-5B95-4B30-B18C-7C9D1C5ABD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1311-0FEE-71BC-06F8-1524FC0C3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D2C79-F333-B036-F6F2-5324C9B3C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B314C-3CA6-4C08-9388-CC6EA188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70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310C8-98CB-169A-B4A6-EB06D1BD1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C4662-D4BB-F9B8-7533-011F502274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1E1B1D-59B9-F86B-4698-F901183138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EBA59-FC52-B646-9829-D9067582E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F042-5B95-4B30-B18C-7C9D1C5ABD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AAF12-81EE-4931-83CB-6B0A76A4F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91FAA-1D02-56A9-7EDD-FDADE9BD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B314C-3CA6-4C08-9388-CC6EA188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993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1A1E8-31AF-2C5C-D516-DBCEEB80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B4031-77A0-2B06-E2A3-D859AAD18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43EABC-46A7-D09A-16C3-9D8CADB3A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16FC13-E961-0663-C3DF-490EED2FD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7104BF-94DA-4007-9729-56F692B8F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DABEC1-991D-2CF0-C292-8964413A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F042-5B95-4B30-B18C-7C9D1C5ABD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D162FE-8BBF-3D58-6851-FD3F9F84E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CA709-B0D7-3A1F-FCC0-EE842625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B314C-3CA6-4C08-9388-CC6EA188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6546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0E8C4-4290-DDB6-A3B0-9D31E0A5E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C1068-9AE7-92CF-4D54-CB4371EC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F042-5B95-4B30-B18C-7C9D1C5ABD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1B324E-9F78-C5D1-23F2-C34BF6027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590763-2AF4-EE3A-B5B2-E4BE1079E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B314C-3CA6-4C08-9388-CC6EA188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288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6CAEFD-A518-B925-B2E7-FB7A28EC8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F042-5B95-4B30-B18C-7C9D1C5ABD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692505-6CA9-F974-53A2-ABB57EF49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A2C8A-3915-A69D-9D99-62E6B87C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B314C-3CA6-4C08-9388-CC6EA188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856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D20C-EAF7-EC5C-E2E7-53BE918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9BD00-B43B-82EC-5540-B609DE019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037B6-8B98-F992-5E1F-5DF19891A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9AB45-0688-9E47-89DC-871EEF4DE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F042-5B95-4B30-B18C-7C9D1C5ABD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72A68-587C-9591-6B56-79A07709C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299F7-ED97-1B3F-5807-CB72F9A2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B314C-3CA6-4C08-9388-CC6EA188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967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343EE-564B-EA91-C10D-D2E68280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9F03A-4BB7-E63A-D890-79D8EB1A1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646C8-CF15-8F34-CE09-61482FF23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8594BF-F04D-AAA0-4629-02473729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F042-5B95-4B30-B18C-7C9D1C5ABD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F3BB0C-FB50-0C63-7CBE-1F91A13A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219FC-1355-0668-67DF-D3E2186A2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B314C-3CA6-4C08-9388-CC6EA188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51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7A34-4684-D1F7-DFB9-840462B2F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28135-CE43-5247-6AFB-D40996710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35471-DAA1-A360-7AFA-D4495188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F042-5B95-4B30-B18C-7C9D1C5ABD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4716-0EF7-C704-D486-AB04F7B68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FAA41-A3E8-733A-2641-A049971B7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B314C-3CA6-4C08-9388-CC6EA188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487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C12F79-A8D5-A705-41C6-7A8BB7DB8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73DDDB-18DC-8A88-41B5-2C232491A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63AD1-723C-8A89-0082-C4614CF8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F042-5B95-4B30-B18C-7C9D1C5ABD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20707-FB30-7567-180F-1CC996240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53C35-70E2-BEAF-2857-E78F82562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B314C-3CA6-4C08-9388-CC6EA188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55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BDBDB-2906-9FD1-F567-80DFCEB57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479A7-DD83-E9BF-0474-3294E1902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5DAEF-5E77-F8C3-04B6-467785D67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0F042-5B95-4B30-B18C-7C9D1C5ABD27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B226B-C01B-808F-A0DE-A4B1F8025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F6EF6-79DB-B1B6-991E-BA2F35EAF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B314C-3CA6-4C08-9388-CC6EA188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319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22898-umbrella" TargetMode="External"/><Relationship Id="rId13" Type="http://schemas.openxmlformats.org/officeDocument/2006/relationships/hyperlink" Target="https://dir.indiamart.com/impcat/flite-mens-slippers.html" TargetMode="External"/><Relationship Id="rId3" Type="http://schemas.openxmlformats.org/officeDocument/2006/relationships/hyperlink" Target="https://www.pexels.com/pt-br/foto/foto-da-praia-durante-o-dia-3320516/" TargetMode="External"/><Relationship Id="rId7" Type="http://schemas.openxmlformats.org/officeDocument/2006/relationships/image" Target="../media/image3.png"/><Relationship Id="rId12" Type="http://schemas.microsoft.com/office/2007/relationships/hdphoto" Target="../media/hdphoto2.wdp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xhere.com/en/photo/1351878" TargetMode="External"/><Relationship Id="rId11" Type="http://schemas.openxmlformats.org/officeDocument/2006/relationships/image" Target="../media/image5.png"/><Relationship Id="rId5" Type="http://schemas.microsoft.com/office/2007/relationships/hdphoto" Target="../media/hdphoto1.wdp"/><Relationship Id="rId10" Type="http://schemas.openxmlformats.org/officeDocument/2006/relationships/hyperlink" Target="https://freepngimg.com/png/14408-lemon-picture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tx2">
                <a:lumMod val="25000"/>
                <a:lumOff val="7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9B965F2-AF7B-84B5-37FC-13B7637C7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E021DC-9AC8-C10E-495E-2EA0D5C10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679" b="77790" l="43439" r="90603"/>
                    </a14:imgEffect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45867" t="19373" r="8574" b="24134"/>
          <a:stretch/>
        </p:blipFill>
        <p:spPr>
          <a:xfrm>
            <a:off x="8195732" y="2904066"/>
            <a:ext cx="3801533" cy="38015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88D239-D835-D4B6-B079-BC5E06E2709E}"/>
              </a:ext>
            </a:extLst>
          </p:cNvPr>
          <p:cNvSpPr txBox="1"/>
          <p:nvPr/>
        </p:nvSpPr>
        <p:spPr>
          <a:xfrm>
            <a:off x="457201" y="3318933"/>
            <a:ext cx="1560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Bradley Hand ITC" panose="03070402050302030203" pitchFamily="66" charset="0"/>
              </a:rPr>
              <a:t>ENJOY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E5539-76C6-E9FE-6CC2-8E474927A66F}"/>
              </a:ext>
            </a:extLst>
          </p:cNvPr>
          <p:cNvSpPr txBox="1"/>
          <p:nvPr/>
        </p:nvSpPr>
        <p:spPr>
          <a:xfrm>
            <a:off x="1540509" y="3926932"/>
            <a:ext cx="2250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Bradley Hand ITC" panose="03070402050302030203" pitchFamily="66" charset="0"/>
              </a:rPr>
              <a:t>SUMMER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E9CF91-6735-3E78-E6A6-EECBE9B28212}"/>
              </a:ext>
            </a:extLst>
          </p:cNvPr>
          <p:cNvSpPr txBox="1"/>
          <p:nvPr/>
        </p:nvSpPr>
        <p:spPr>
          <a:xfrm>
            <a:off x="3429295" y="4422969"/>
            <a:ext cx="25010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Bradley Hand ITC" panose="03070402050302030203" pitchFamily="66" charset="0"/>
              </a:rPr>
              <a:t>HOLIDAYS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46EFF74-62CA-38FB-BE86-C7D78DA5F0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 rot="1639357" flipH="1">
            <a:off x="5231202" y="4099802"/>
            <a:ext cx="1398197" cy="6463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C9F0B92-7944-2BDC-DD04-94AB52F99A4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 rot="10528471">
            <a:off x="36451" y="2837952"/>
            <a:ext cx="961960" cy="9619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CDA4E43-F382-4EE6-1B7E-78FBB017884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7772399" y="5676798"/>
            <a:ext cx="716743" cy="71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19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Bradley Hand ITC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Owaish</dc:creator>
  <cp:lastModifiedBy>CSD</cp:lastModifiedBy>
  <cp:revision>1</cp:revision>
  <dcterms:created xsi:type="dcterms:W3CDTF">2026-08-19T19:02:40Z</dcterms:created>
  <dcterms:modified xsi:type="dcterms:W3CDTF">2026-08-20T09:25:17Z</dcterms:modified>
</cp:coreProperties>
</file>